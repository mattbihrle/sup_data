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8D6B-5647-0559-C654-68CBBE0B6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0CB40-4140-209C-4713-CE1BA0EBD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E5B4C-F5F7-A6DD-4E8E-1EB3F084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58D0-E624-6E15-AAD1-B052CCAC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84AB6-8F87-7E0A-CE7B-555CD217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2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2D25-6E79-4ADF-AD9A-E9B8C780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D578-54A5-3CA9-7F41-3D40C3A9F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5E83-7B70-A7E3-7284-6F3DB382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CA703-F11F-C565-09C4-C186998B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5976F-8F44-66C3-1E7E-283F91E5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4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8993-56AB-B63E-E75A-6227D51B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1828E-7903-945B-A67B-52B924C01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6E50F-59A0-FC08-853A-44E5A64F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A43E8-4F5A-6665-2791-DE762EBC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A6940-CD6B-8E67-BCB5-9AB21CBB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6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E004-40B7-9755-9ADD-917FA090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5FE35-AB06-17BA-059F-CB64CC914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DF515-EC8B-FAA1-C1A7-CB18EA3A0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BAA25-7741-B289-8600-7209005D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681E0-60AB-ACC2-E2E3-0D55CE68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3B999-ABCF-161F-B090-702B3F0C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4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7A93-25FD-DE06-A13B-4868DD6C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52FF5-2CB7-933F-1B89-22C968C0E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82999-66F5-A400-1BA9-D6882F114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89190-CA02-64C5-E31D-8B8D7AA11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C95EC-20AF-FBDF-AB5B-6965FCCF0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B2297-7B9A-A030-D743-A7BDD44F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BE6FD-13C8-5412-2886-31D26BE6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45AA1-72B8-C383-A28D-2AA05F6A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A375-EE2B-B449-9414-94925802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1EBBC-8A2B-7DF1-0593-5BA9CD61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E5887-E5EA-F685-589A-305B2D52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99216-A187-2F65-B8C8-A4E428A4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9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B70FF-A42C-C36A-D260-B41ACAC0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6A3F5-C391-D6BE-CC7A-BFDA4681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C3560-C2BB-46A5-C1C5-4220CDDE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9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3B63-E85C-495E-2056-77EE43E5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46447-2141-1852-9377-7D54A131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9C6ED-7A25-C517-B61E-F046EDA66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BB666-A313-AB30-AFFC-D83DF1EC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67E35-294E-CD61-4EAD-CBE0011A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D3A77-E8C1-DC20-535F-A6F034EB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57F3-F9BA-BA61-BA64-49A90DF8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55DD-CFAD-F833-7DD4-C9ECB13FB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EF689-4ECF-518F-C0BD-98D6931E4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1117-1D0C-20C0-E3E8-321BF370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7E6A4-71FD-9ED5-7764-AAE18E26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31718-3E16-A1A6-5549-4CFDA931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9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E3BF0-5567-0219-7776-47BE6C87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4D742-936A-B652-71E1-67C9CB76B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666B7-1A76-5C86-CF28-5C7D4F53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8EF2-98DF-145E-17FB-E040364B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1F35C-09D8-993D-A00A-DBCB3F16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6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C1B88-55A6-D813-DB3F-E9364C2A0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2FA1C-6ABE-B988-60AE-3D43295CE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AA04B-F6E5-AFA6-63C5-4D56EF68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58E02-B1A6-6BA2-680A-D9AE1C8C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36575-B434-3B28-3A4F-CC1FD6E0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13AEF-A124-A8E1-78F5-1681760A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390E2-8F2C-9CC4-A373-5A288EBD4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7F891-4B23-AFE3-D615-230932F5B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D10EE-798B-4FEB-8AE2-A25F1C971DC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55954-2AAB-F7C0-6D6A-05EAC837D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6904E-2A16-257C-75B2-ABBACC82F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CABB3-CFAD-4C9A-B75C-55346EEEC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4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4FB369-6B25-70F3-E72E-3BA9AE8EF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11" y="1054924"/>
            <a:ext cx="9107666" cy="5765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A4BC37-390A-D671-7ED4-515AF3654B3C}"/>
              </a:ext>
            </a:extLst>
          </p:cNvPr>
          <p:cNvSpPr txBox="1"/>
          <p:nvPr/>
        </p:nvSpPr>
        <p:spPr>
          <a:xfrm>
            <a:off x="1731336" y="685589"/>
            <a:ext cx="261738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6012C-E3E4-2C5F-C866-0EEAC867723F}"/>
              </a:ext>
            </a:extLst>
          </p:cNvPr>
          <p:cNvSpPr txBox="1"/>
          <p:nvPr/>
        </p:nvSpPr>
        <p:spPr>
          <a:xfrm>
            <a:off x="4396564" y="685589"/>
            <a:ext cx="106857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CC35F-3309-6F45-B7C2-E9EE131BBF31}"/>
              </a:ext>
            </a:extLst>
          </p:cNvPr>
          <p:cNvSpPr txBox="1"/>
          <p:nvPr/>
        </p:nvSpPr>
        <p:spPr>
          <a:xfrm>
            <a:off x="5512982" y="685590"/>
            <a:ext cx="205740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61179-74F8-1910-2B5F-7F1B2FF75377}"/>
              </a:ext>
            </a:extLst>
          </p:cNvPr>
          <p:cNvSpPr txBox="1"/>
          <p:nvPr/>
        </p:nvSpPr>
        <p:spPr>
          <a:xfrm>
            <a:off x="7618230" y="685590"/>
            <a:ext cx="131312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</a:p>
        </p:txBody>
      </p:sp>
    </p:spTree>
    <p:extLst>
      <p:ext uri="{BB962C8B-B14F-4D97-AF65-F5344CB8AC3E}">
        <p14:creationId xmlns:p14="http://schemas.microsoft.com/office/powerpoint/2010/main" val="307804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Bihrle</dc:creator>
  <cp:lastModifiedBy>Matt Bihrle</cp:lastModifiedBy>
  <cp:revision>1</cp:revision>
  <dcterms:created xsi:type="dcterms:W3CDTF">2026-04-27T21:53:29Z</dcterms:created>
  <dcterms:modified xsi:type="dcterms:W3CDTF">2026-04-27T22:03:36Z</dcterms:modified>
</cp:coreProperties>
</file>