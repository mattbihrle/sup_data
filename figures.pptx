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3404" autoAdjust="0"/>
  </p:normalViewPr>
  <p:slideViewPr>
    <p:cSldViewPr snapToGrid="0">
      <p:cViewPr>
        <p:scale>
          <a:sx n="60" d="100"/>
          <a:sy n="60" d="100"/>
        </p:scale>
        <p:origin x="916" y="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58D6B-5647-0559-C654-68CBBE0B6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D0CB40-4140-209C-4713-CE1BA0EBD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6E5B4C-F5F7-A6DD-4E8E-1EB3F0840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B58D0-E624-6E15-AAD1-B052CCAC5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84AB6-8F87-7E0A-CE7B-555CD2177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24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2D25-6E79-4ADF-AD9A-E9B8C7802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6D578-54A5-3CA9-7F41-3D40C3A9F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45E83-7B70-A7E3-7284-6F3DB382A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CA703-F11F-C565-09C4-C186998B9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25976F-8F44-66C3-1E7E-283F91E53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747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28993-56AB-B63E-E75A-6227D51B8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1828E-7903-945B-A67B-52B924C01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6E50F-59A0-FC08-853A-44E5A64F6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A43E8-4F5A-6665-2791-DE762EBC9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A6940-CD6B-8E67-BCB5-9AB21CBB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169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FE004-40B7-9755-9ADD-917FA0905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5FE35-AB06-17BA-059F-CB64CC9145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DF515-EC8B-FAA1-C1A7-CB18EA3A0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BAA25-7741-B289-8600-7209005D5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681E0-60AB-ACC2-E2E3-0D55CE685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73B999-ABCF-161F-B090-702B3F0CB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45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F7A93-25FD-DE06-A13B-4868DD6C4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52FF5-2CB7-933F-1B89-22C968C0E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382999-66F5-A400-1BA9-D6882F114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389190-CA02-64C5-E31D-8B8D7AA11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6C95EC-20AF-FBDF-AB5B-6965FCCF02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3B2297-7B9A-A030-D743-A7BDD44F5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5BE6FD-13C8-5412-2886-31D26BE68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545AA1-72B8-C383-A28D-2AA05F6A1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18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9A375-EE2B-B449-9414-94925802B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1EBBC-8A2B-7DF1-0593-5BA9CD61A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8E5887-E5EA-F685-589A-305B2D52E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99216-A187-2F65-B8C8-A4E428A4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92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6B70FF-A42C-C36A-D260-B41ACAC04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06A3F5-C391-D6BE-CC7A-BFDA4681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C3560-C2BB-46A5-C1C5-4220CDDEF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90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F3B63-E85C-495E-2056-77EE43E50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46447-2141-1852-9377-7D54A1315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49C6ED-7A25-C517-B61E-F046EDA66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BB666-A313-AB30-AFFC-D83DF1ECC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67E35-294E-CD61-4EAD-CBE0011AB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D3A77-E8C1-DC20-535F-A6F034EB7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7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C57F3-F9BA-BA61-BA64-49A90DF80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B155DD-CFAD-F833-7DD4-C9ECB13FBA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5EF689-4ECF-518F-C0BD-98D6931E4B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B1117-1D0C-20C0-E3E8-321BF3706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A7E6A4-71FD-9ED5-7764-AAE18E269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631718-3E16-A1A6-5549-4CFDA9318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197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E3BF0-5567-0219-7776-47BE6C874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4D742-936A-B652-71E1-67C9CB76B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666B7-1A76-5C86-CF28-5C7D4F531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18EF2-98DF-145E-17FB-E040364BC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1F35C-09D8-993D-A00A-DBCB3F167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964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7C1B88-55A6-D813-DB3F-E9364C2A0F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12FA1C-6ABE-B988-60AE-3D43295CEF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CAA04B-F6E5-AFA6-63C5-4D56EF68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58E02-B1A6-6BA2-680A-D9AE1C8C4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36575-B434-3B28-3A4F-CC1FD6E0B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70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B13AEF-A124-A8E1-78F5-1681760AF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9390E2-8F2C-9CC4-A373-5A288EBD4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7F891-4B23-AFE3-D615-230932F5B8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8D10EE-798B-4FEB-8AE2-A25F1C971DC0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55954-2AAB-F7C0-6D6A-05EAC837D6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6904E-2A16-257C-75B2-ABBACC82FF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0CABB3-CFAD-4C9A-B75C-55346EEEC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4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552593A-788B-AD1B-CD78-370E40570124}"/>
              </a:ext>
            </a:extLst>
          </p:cNvPr>
          <p:cNvGrpSpPr/>
          <p:nvPr/>
        </p:nvGrpSpPr>
        <p:grpSpPr>
          <a:xfrm>
            <a:off x="1217741" y="412655"/>
            <a:ext cx="9462663" cy="7116793"/>
            <a:chOff x="1217741" y="412655"/>
            <a:chExt cx="9462663" cy="7116793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B35717F-A786-2302-B44E-E8E86673F0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7741" y="412655"/>
              <a:ext cx="9462663" cy="711679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2A4BC37-390A-D671-7ED4-515AF3654B3C}"/>
                </a:ext>
              </a:extLst>
            </p:cNvPr>
            <p:cNvSpPr txBox="1"/>
            <p:nvPr/>
          </p:nvSpPr>
          <p:spPr>
            <a:xfrm>
              <a:off x="1950193" y="1014507"/>
              <a:ext cx="2292198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Summer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36012C-E3E4-2C5F-C866-0EEAC867723F}"/>
                </a:ext>
              </a:extLst>
            </p:cNvPr>
            <p:cNvSpPr txBox="1"/>
            <p:nvPr/>
          </p:nvSpPr>
          <p:spPr>
            <a:xfrm>
              <a:off x="4273848" y="1014507"/>
              <a:ext cx="1158283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Fall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D0CC35F-3309-6F45-B7C2-E9EE131BBF31}"/>
                </a:ext>
              </a:extLst>
            </p:cNvPr>
            <p:cNvSpPr txBox="1"/>
            <p:nvPr/>
          </p:nvSpPr>
          <p:spPr>
            <a:xfrm>
              <a:off x="5463590" y="1014507"/>
              <a:ext cx="1392638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Winter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C161179-74F8-1910-2B5F-7F1B2FF75377}"/>
                </a:ext>
              </a:extLst>
            </p:cNvPr>
            <p:cNvSpPr txBox="1"/>
            <p:nvPr/>
          </p:nvSpPr>
          <p:spPr>
            <a:xfrm>
              <a:off x="6887685" y="1014507"/>
              <a:ext cx="922372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Spring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D3CCAE0-D2FB-FB36-C0EE-FDAFA91DF179}"/>
                </a:ext>
              </a:extLst>
            </p:cNvPr>
            <p:cNvSpPr txBox="1"/>
            <p:nvPr/>
          </p:nvSpPr>
          <p:spPr>
            <a:xfrm>
              <a:off x="7841515" y="1014507"/>
              <a:ext cx="664530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Sum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8042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Bihrle</dc:creator>
  <cp:lastModifiedBy>Matt Bihrle</cp:lastModifiedBy>
  <cp:revision>3</cp:revision>
  <dcterms:created xsi:type="dcterms:W3CDTF">2026-04-27T21:53:29Z</dcterms:created>
  <dcterms:modified xsi:type="dcterms:W3CDTF">2026-04-28T15:44:52Z</dcterms:modified>
</cp:coreProperties>
</file>